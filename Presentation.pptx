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Black Ops One"/>
      <p:regular r:id="rId16"/>
    </p:embeddedFont>
    <p:embeddedFont>
      <p:font typeface="Slabo 27px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labo27px-regular.fntdata"/><Relationship Id="rId16" Type="http://schemas.openxmlformats.org/officeDocument/2006/relationships/font" Target="fonts/BlackOps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226efdf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c226efdf4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226efdf4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c226efdf4_1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c226efdf4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c226efdf4_1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9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4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jp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43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Relationship Id="rId7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39.png"/><Relationship Id="rId5" Type="http://schemas.openxmlformats.org/officeDocument/2006/relationships/image" Target="../media/image31.png"/><Relationship Id="rId6" Type="http://schemas.openxmlformats.org/officeDocument/2006/relationships/image" Target="../media/image42.png"/><Relationship Id="rId7" Type="http://schemas.openxmlformats.org/officeDocument/2006/relationships/image" Target="../media/image15.png"/><Relationship Id="rId8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79AD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378405" y="138834"/>
            <a:ext cx="17531189" cy="9828506"/>
            <a:chOff x="0" y="-47625"/>
            <a:chExt cx="4617268" cy="2588578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617268" cy="2540953"/>
            </a:xfrm>
            <a:custGeom>
              <a:rect b="b" l="l" r="r" t="t"/>
              <a:pathLst>
                <a:path extrusionOk="0" h="2540953" w="4617268">
                  <a:moveTo>
                    <a:pt x="22522" y="0"/>
                  </a:moveTo>
                  <a:lnTo>
                    <a:pt x="4594746" y="0"/>
                  </a:lnTo>
                  <a:cubicBezTo>
                    <a:pt x="4607184" y="0"/>
                    <a:pt x="4617268" y="10083"/>
                    <a:pt x="4617268" y="22522"/>
                  </a:cubicBezTo>
                  <a:lnTo>
                    <a:pt x="4617268" y="2518431"/>
                  </a:lnTo>
                  <a:cubicBezTo>
                    <a:pt x="4617268" y="2530869"/>
                    <a:pt x="4607184" y="2540953"/>
                    <a:pt x="4594746" y="2540953"/>
                  </a:cubicBezTo>
                  <a:lnTo>
                    <a:pt x="22522" y="2540953"/>
                  </a:lnTo>
                  <a:cubicBezTo>
                    <a:pt x="10083" y="2540953"/>
                    <a:pt x="0" y="2530869"/>
                    <a:pt x="0" y="2518431"/>
                  </a:cubicBezTo>
                  <a:lnTo>
                    <a:pt x="0" y="22522"/>
                  </a:lnTo>
                  <a:cubicBezTo>
                    <a:pt x="0" y="10083"/>
                    <a:pt x="10083" y="0"/>
                    <a:pt x="22522" y="0"/>
                  </a:cubicBezTo>
                  <a:close/>
                </a:path>
              </a:pathLst>
            </a:custGeom>
            <a:solidFill>
              <a:srgbClr val="2E1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4617268" cy="2588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 rot="-10721354">
            <a:off x="10047331" y="3211678"/>
            <a:ext cx="10877876" cy="10429164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3"/>
                </a:lnTo>
                <a:lnTo>
                  <a:pt x="0" y="10429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 rot="-1174872">
            <a:off x="15022092" y="5842152"/>
            <a:ext cx="1702833" cy="1832795"/>
          </a:xfrm>
          <a:custGeom>
            <a:rect b="b" l="l" r="r" t="t"/>
            <a:pathLst>
              <a:path extrusionOk="0" h="1832795" w="1702833">
                <a:moveTo>
                  <a:pt x="0" y="0"/>
                </a:moveTo>
                <a:lnTo>
                  <a:pt x="1702833" y="0"/>
                </a:lnTo>
                <a:lnTo>
                  <a:pt x="1702833" y="1832795"/>
                </a:lnTo>
                <a:lnTo>
                  <a:pt x="0" y="1832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 txBox="1"/>
          <p:nvPr/>
        </p:nvSpPr>
        <p:spPr>
          <a:xfrm>
            <a:off x="4419332" y="2723817"/>
            <a:ext cx="89793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9">
                <a:solidFill>
                  <a:srgbClr val="ED1495"/>
                </a:solidFill>
                <a:latin typeface="Black Ops One"/>
                <a:ea typeface="Black Ops One"/>
                <a:cs typeface="Black Ops One"/>
                <a:sym typeface="Black Ops One"/>
              </a:rPr>
              <a:t>Steam</a:t>
            </a:r>
            <a:r>
              <a:rPr b="0" i="0" lang="en-US" sz="12999" u="none" cap="none" strike="noStrike">
                <a:solidFill>
                  <a:srgbClr val="ED1495"/>
                </a:solidFill>
                <a:latin typeface="Black Ops One"/>
                <a:ea typeface="Black Ops One"/>
                <a:cs typeface="Black Ops One"/>
                <a:sym typeface="Black Ops One"/>
              </a:rPr>
              <a:t>  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 rot="7845160">
            <a:off x="11823044" y="6205480"/>
            <a:ext cx="1031726" cy="1106139"/>
          </a:xfrm>
          <a:custGeom>
            <a:rect b="b" l="l" r="r" t="t"/>
            <a:pathLst>
              <a:path extrusionOk="0" h="1106139" w="1031726">
                <a:moveTo>
                  <a:pt x="0" y="0"/>
                </a:moveTo>
                <a:lnTo>
                  <a:pt x="1031726" y="0"/>
                </a:lnTo>
                <a:lnTo>
                  <a:pt x="1031726" y="1106139"/>
                </a:lnTo>
                <a:lnTo>
                  <a:pt x="0" y="1106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p13"/>
          <p:cNvGrpSpPr/>
          <p:nvPr/>
        </p:nvGrpSpPr>
        <p:grpSpPr>
          <a:xfrm>
            <a:off x="13989728" y="7951167"/>
            <a:ext cx="2993081" cy="1447384"/>
            <a:chOff x="0" y="-374137"/>
            <a:chExt cx="3990774" cy="1929845"/>
          </a:xfrm>
        </p:grpSpPr>
        <p:grpSp>
          <p:nvGrpSpPr>
            <p:cNvPr id="92" name="Google Shape;92;p13"/>
            <p:cNvGrpSpPr/>
            <p:nvPr/>
          </p:nvGrpSpPr>
          <p:grpSpPr>
            <a:xfrm>
              <a:off x="0" y="-154747"/>
              <a:ext cx="3990774" cy="1710455"/>
              <a:chOff x="0" y="-95250"/>
              <a:chExt cx="1015997" cy="435458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1015997" cy="340208"/>
              </a:xfrm>
              <a:custGeom>
                <a:rect b="b" l="l" r="r" t="t"/>
                <a:pathLst>
                  <a:path extrusionOk="0" h="340208" w="1015997">
                    <a:moveTo>
                      <a:pt x="812797" y="0"/>
                    </a:moveTo>
                    <a:cubicBezTo>
                      <a:pt x="925021" y="0"/>
                      <a:pt x="1015997" y="76158"/>
                      <a:pt x="1015997" y="170104"/>
                    </a:cubicBezTo>
                    <a:cubicBezTo>
                      <a:pt x="1015997" y="264050"/>
                      <a:pt x="925021" y="340208"/>
                      <a:pt x="812797" y="340208"/>
                    </a:cubicBezTo>
                    <a:lnTo>
                      <a:pt x="203200" y="340208"/>
                    </a:lnTo>
                    <a:cubicBezTo>
                      <a:pt x="90976" y="340208"/>
                      <a:pt x="0" y="264050"/>
                      <a:pt x="0" y="170104"/>
                    </a:cubicBezTo>
                    <a:cubicBezTo>
                      <a:pt x="0" y="761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C008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-95250"/>
                <a:ext cx="1015997" cy="435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38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0" y="-374137"/>
              <a:ext cx="3990774" cy="1710455"/>
              <a:chOff x="0" y="-95250"/>
              <a:chExt cx="1015997" cy="435458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1015997" cy="340208"/>
              </a:xfrm>
              <a:custGeom>
                <a:rect b="b" l="l" r="r" t="t"/>
                <a:pathLst>
                  <a:path extrusionOk="0" h="340208" w="1015997">
                    <a:moveTo>
                      <a:pt x="812797" y="0"/>
                    </a:moveTo>
                    <a:cubicBezTo>
                      <a:pt x="925021" y="0"/>
                      <a:pt x="1015997" y="76158"/>
                      <a:pt x="1015997" y="170104"/>
                    </a:cubicBezTo>
                    <a:cubicBezTo>
                      <a:pt x="1015997" y="264050"/>
                      <a:pt x="925021" y="340208"/>
                      <a:pt x="812797" y="340208"/>
                    </a:cubicBezTo>
                    <a:lnTo>
                      <a:pt x="203200" y="340208"/>
                    </a:lnTo>
                    <a:cubicBezTo>
                      <a:pt x="90976" y="340208"/>
                      <a:pt x="0" y="264050"/>
                      <a:pt x="0" y="170104"/>
                    </a:cubicBezTo>
                    <a:cubicBezTo>
                      <a:pt x="0" y="761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C008A"/>
              </a:solidFill>
              <a:ln cap="sq" cmpd="sng" w="476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-95250"/>
                <a:ext cx="1015997" cy="435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4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/>
              </a:p>
            </p:txBody>
          </p:sp>
        </p:grpSp>
      </p:grpSp>
      <p:sp>
        <p:nvSpPr>
          <p:cNvPr id="98" name="Google Shape;98;p13"/>
          <p:cNvSpPr txBox="1"/>
          <p:nvPr/>
        </p:nvSpPr>
        <p:spPr>
          <a:xfrm>
            <a:off x="6793349" y="6355350"/>
            <a:ext cx="47283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7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Aenoaei Emanuel</a:t>
            </a:r>
            <a:endParaRPr sz="4957">
              <a:solidFill>
                <a:srgbClr val="FFFFFF"/>
              </a:solidFill>
              <a:latin typeface="Slabo 27px"/>
              <a:ea typeface="Slabo 27px"/>
              <a:cs typeface="Slabo 27px"/>
              <a:sym typeface="Slabo 27px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7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Capitanescu Julia</a:t>
            </a:r>
            <a:endParaRPr sz="4957">
              <a:solidFill>
                <a:srgbClr val="FFFFFF"/>
              </a:solidFill>
              <a:latin typeface="Slabo 27px"/>
              <a:ea typeface="Slabo 27px"/>
              <a:cs typeface="Slabo 27px"/>
              <a:sym typeface="Slabo 27px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57">
              <a:solidFill>
                <a:srgbClr val="FFFFFF"/>
              </a:solidFill>
              <a:latin typeface="Slabo 27px"/>
              <a:ea typeface="Slabo 27px"/>
              <a:cs typeface="Slabo 27px"/>
              <a:sym typeface="Slabo 27px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238026" y="4250950"/>
            <a:ext cx="73419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99">
                <a:solidFill>
                  <a:srgbClr val="ED1495"/>
                </a:solidFill>
                <a:latin typeface="Black Ops One"/>
                <a:ea typeface="Black Ops One"/>
                <a:cs typeface="Black Ops One"/>
                <a:sym typeface="Black Ops One"/>
              </a:rPr>
              <a:t>Analysis</a:t>
            </a:r>
            <a:endParaRPr sz="1000"/>
          </a:p>
        </p:txBody>
      </p:sp>
      <p:sp>
        <p:nvSpPr>
          <p:cNvPr id="100" name="Google Shape;100;p13"/>
          <p:cNvSpPr/>
          <p:nvPr/>
        </p:nvSpPr>
        <p:spPr>
          <a:xfrm rot="103101">
            <a:off x="-4554380" y="-1340990"/>
            <a:ext cx="10882770" cy="10433856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/>
          <p:nvPr/>
        </p:nvSpPr>
        <p:spPr>
          <a:xfrm rot="-2545084">
            <a:off x="3881699" y="1317911"/>
            <a:ext cx="1468452" cy="1574364"/>
          </a:xfrm>
          <a:custGeom>
            <a:rect b="b" l="l" r="r" t="t"/>
            <a:pathLst>
              <a:path extrusionOk="0" h="1574364" w="1468452">
                <a:moveTo>
                  <a:pt x="0" y="0"/>
                </a:moveTo>
                <a:lnTo>
                  <a:pt x="1468453" y="0"/>
                </a:lnTo>
                <a:lnTo>
                  <a:pt x="1468453" y="1574364"/>
                </a:lnTo>
                <a:lnTo>
                  <a:pt x="0" y="1574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3"/>
          <p:cNvSpPr/>
          <p:nvPr/>
        </p:nvSpPr>
        <p:spPr>
          <a:xfrm rot="-1227504">
            <a:off x="12718875" y="1133468"/>
            <a:ext cx="2541706" cy="3910317"/>
          </a:xfrm>
          <a:custGeom>
            <a:rect b="b" l="l" r="r" t="t"/>
            <a:pathLst>
              <a:path extrusionOk="0" h="3910317" w="2541706">
                <a:moveTo>
                  <a:pt x="0" y="0"/>
                </a:moveTo>
                <a:lnTo>
                  <a:pt x="2541706" y="0"/>
                </a:lnTo>
                <a:lnTo>
                  <a:pt x="2541706" y="3910317"/>
                </a:lnTo>
                <a:lnTo>
                  <a:pt x="0" y="3910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3"/>
          <p:cNvSpPr/>
          <p:nvPr/>
        </p:nvSpPr>
        <p:spPr>
          <a:xfrm rot="2700000">
            <a:off x="2205384" y="6169034"/>
            <a:ext cx="3207989" cy="2682681"/>
          </a:xfrm>
          <a:custGeom>
            <a:rect b="b" l="l" r="r" t="t"/>
            <a:pathLst>
              <a:path extrusionOk="0" h="2682681" w="3207989">
                <a:moveTo>
                  <a:pt x="0" y="0"/>
                </a:moveTo>
                <a:lnTo>
                  <a:pt x="3207988" y="0"/>
                </a:lnTo>
                <a:lnTo>
                  <a:pt x="3207988" y="2682681"/>
                </a:lnTo>
                <a:lnTo>
                  <a:pt x="0" y="2682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3"/>
          <p:cNvGrpSpPr/>
          <p:nvPr/>
        </p:nvGrpSpPr>
        <p:grpSpPr>
          <a:xfrm>
            <a:off x="7848523" y="8620672"/>
            <a:ext cx="388978" cy="388978"/>
            <a:chOff x="0" y="0"/>
            <a:chExt cx="812800" cy="812800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15730273" y="1028700"/>
            <a:ext cx="1076393" cy="1076393"/>
            <a:chOff x="0" y="0"/>
            <a:chExt cx="812800" cy="812800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3"/>
          <p:cNvGrpSpPr/>
          <p:nvPr/>
        </p:nvGrpSpPr>
        <p:grpSpPr>
          <a:xfrm>
            <a:off x="17064811" y="7315885"/>
            <a:ext cx="388978" cy="388978"/>
            <a:chOff x="0" y="0"/>
            <a:chExt cx="812800" cy="812800"/>
          </a:xfrm>
        </p:grpSpPr>
        <p:sp>
          <p:nvSpPr>
            <p:cNvPr id="111" name="Google Shape;11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3153928" y="514149"/>
            <a:ext cx="388978" cy="388978"/>
            <a:chOff x="0" y="0"/>
            <a:chExt cx="812800" cy="812800"/>
          </a:xfrm>
        </p:grpSpPr>
        <p:sp>
          <p:nvSpPr>
            <p:cNvPr id="114" name="Google Shape;11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834211" y="3681918"/>
            <a:ext cx="388978" cy="388978"/>
            <a:chOff x="0" y="0"/>
            <a:chExt cx="812800" cy="812800"/>
          </a:xfrm>
        </p:grpSpPr>
        <p:sp>
          <p:nvSpPr>
            <p:cNvPr id="117" name="Google Shape;117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3"/>
          <p:cNvSpPr/>
          <p:nvPr/>
        </p:nvSpPr>
        <p:spPr>
          <a:xfrm rot="861713">
            <a:off x="1039042" y="1384076"/>
            <a:ext cx="1375339" cy="1442033"/>
          </a:xfrm>
          <a:custGeom>
            <a:rect b="b" l="l" r="r" t="t"/>
            <a:pathLst>
              <a:path extrusionOk="0" h="1442033" w="1375339">
                <a:moveTo>
                  <a:pt x="0" y="0"/>
                </a:moveTo>
                <a:lnTo>
                  <a:pt x="1375339" y="0"/>
                </a:lnTo>
                <a:lnTo>
                  <a:pt x="1375339" y="1442033"/>
                </a:lnTo>
                <a:lnTo>
                  <a:pt x="0" y="1442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 rot="4547359">
            <a:off x="-4831053" y="-4865824"/>
            <a:ext cx="9662106" cy="10403344"/>
          </a:xfrm>
          <a:custGeom>
            <a:rect b="b" l="l" r="r" t="t"/>
            <a:pathLst>
              <a:path extrusionOk="0" h="10403344" w="9662106">
                <a:moveTo>
                  <a:pt x="0" y="0"/>
                </a:moveTo>
                <a:lnTo>
                  <a:pt x="9662106" y="0"/>
                </a:lnTo>
                <a:lnTo>
                  <a:pt x="9662106" y="10403344"/>
                </a:lnTo>
                <a:lnTo>
                  <a:pt x="0" y="10403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4"/>
          <p:cNvSpPr/>
          <p:nvPr/>
        </p:nvSpPr>
        <p:spPr>
          <a:xfrm rot="-934622">
            <a:off x="-5656827" y="3626026"/>
            <a:ext cx="10765991" cy="11591915"/>
          </a:xfrm>
          <a:custGeom>
            <a:rect b="b" l="l" r="r" t="t"/>
            <a:pathLst>
              <a:path extrusionOk="0" h="11591915" w="10765991">
                <a:moveTo>
                  <a:pt x="0" y="0"/>
                </a:moveTo>
                <a:lnTo>
                  <a:pt x="10765991" y="0"/>
                </a:lnTo>
                <a:lnTo>
                  <a:pt x="10765991" y="11591914"/>
                </a:lnTo>
                <a:lnTo>
                  <a:pt x="0" y="11591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4"/>
          <p:cNvSpPr txBox="1"/>
          <p:nvPr/>
        </p:nvSpPr>
        <p:spPr>
          <a:xfrm>
            <a:off x="3384961" y="3802202"/>
            <a:ext cx="121314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2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Introducere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 rot="10328858">
            <a:off x="13742530" y="-3434733"/>
            <a:ext cx="8855263" cy="9534604"/>
          </a:xfrm>
          <a:custGeom>
            <a:rect b="b" l="l" r="r" t="t"/>
            <a:pathLst>
              <a:path extrusionOk="0" h="9534604" w="8855263">
                <a:moveTo>
                  <a:pt x="0" y="0"/>
                </a:moveTo>
                <a:lnTo>
                  <a:pt x="8855263" y="0"/>
                </a:lnTo>
                <a:lnTo>
                  <a:pt x="8855263" y="9534604"/>
                </a:lnTo>
                <a:lnTo>
                  <a:pt x="0" y="9534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4"/>
          <p:cNvSpPr/>
          <p:nvPr/>
        </p:nvSpPr>
        <p:spPr>
          <a:xfrm rot="-2910913">
            <a:off x="14096644" y="4493387"/>
            <a:ext cx="9662106" cy="10403344"/>
          </a:xfrm>
          <a:custGeom>
            <a:rect b="b" l="l" r="r" t="t"/>
            <a:pathLst>
              <a:path extrusionOk="0" h="10403344" w="9662106">
                <a:moveTo>
                  <a:pt x="0" y="0"/>
                </a:moveTo>
                <a:lnTo>
                  <a:pt x="9662105" y="0"/>
                </a:lnTo>
                <a:lnTo>
                  <a:pt x="9662105" y="10403344"/>
                </a:lnTo>
                <a:lnTo>
                  <a:pt x="0" y="10403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898220">
            <a:off x="15205938" y="7827501"/>
            <a:ext cx="2056657" cy="1871558"/>
          </a:xfrm>
          <a:custGeom>
            <a:rect b="b" l="l" r="r" t="t"/>
            <a:pathLst>
              <a:path extrusionOk="0" h="1871558" w="2056657">
                <a:moveTo>
                  <a:pt x="0" y="0"/>
                </a:moveTo>
                <a:lnTo>
                  <a:pt x="2056657" y="0"/>
                </a:lnTo>
                <a:lnTo>
                  <a:pt x="2056657" y="1871558"/>
                </a:lnTo>
                <a:lnTo>
                  <a:pt x="0" y="1871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4"/>
          <p:cNvSpPr/>
          <p:nvPr/>
        </p:nvSpPr>
        <p:spPr>
          <a:xfrm rot="8730789">
            <a:off x="1268710" y="94125"/>
            <a:ext cx="2908908" cy="2647107"/>
          </a:xfrm>
          <a:custGeom>
            <a:rect b="b" l="l" r="r" t="t"/>
            <a:pathLst>
              <a:path extrusionOk="0" h="2647107" w="2908908">
                <a:moveTo>
                  <a:pt x="0" y="0"/>
                </a:moveTo>
                <a:lnTo>
                  <a:pt x="2908908" y="0"/>
                </a:lnTo>
                <a:lnTo>
                  <a:pt x="2908908" y="2647106"/>
                </a:lnTo>
                <a:lnTo>
                  <a:pt x="0" y="26471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4"/>
          <p:cNvSpPr/>
          <p:nvPr/>
        </p:nvSpPr>
        <p:spPr>
          <a:xfrm>
            <a:off x="16623245" y="335848"/>
            <a:ext cx="3558812" cy="3033887"/>
          </a:xfrm>
          <a:custGeom>
            <a:rect b="b" l="l" r="r" t="t"/>
            <a:pathLst>
              <a:path extrusionOk="0" h="3033887" w="3558812">
                <a:moveTo>
                  <a:pt x="0" y="0"/>
                </a:moveTo>
                <a:lnTo>
                  <a:pt x="3558811" y="0"/>
                </a:lnTo>
                <a:lnTo>
                  <a:pt x="3558811" y="3033887"/>
                </a:lnTo>
                <a:lnTo>
                  <a:pt x="0" y="30338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4"/>
          <p:cNvSpPr/>
          <p:nvPr/>
        </p:nvSpPr>
        <p:spPr>
          <a:xfrm rot="-1285177">
            <a:off x="-913673" y="7669438"/>
            <a:ext cx="2250764" cy="1918776"/>
          </a:xfrm>
          <a:custGeom>
            <a:rect b="b" l="l" r="r" t="t"/>
            <a:pathLst>
              <a:path extrusionOk="0" h="1918776" w="2250764">
                <a:moveTo>
                  <a:pt x="0" y="0"/>
                </a:moveTo>
                <a:lnTo>
                  <a:pt x="2250765" y="0"/>
                </a:lnTo>
                <a:lnTo>
                  <a:pt x="2250765" y="1918777"/>
                </a:lnTo>
                <a:lnTo>
                  <a:pt x="0" y="191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4"/>
          <p:cNvSpPr/>
          <p:nvPr/>
        </p:nvSpPr>
        <p:spPr>
          <a:xfrm>
            <a:off x="11680488" y="1442012"/>
            <a:ext cx="1911512" cy="2057400"/>
          </a:xfrm>
          <a:custGeom>
            <a:rect b="b" l="l" r="r" t="t"/>
            <a:pathLst>
              <a:path extrusionOk="0" h="2057400" w="1911512">
                <a:moveTo>
                  <a:pt x="0" y="0"/>
                </a:moveTo>
                <a:lnTo>
                  <a:pt x="1911512" y="0"/>
                </a:lnTo>
                <a:lnTo>
                  <a:pt x="191151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4"/>
          <p:cNvSpPr txBox="1"/>
          <p:nvPr/>
        </p:nvSpPr>
        <p:spPr>
          <a:xfrm>
            <a:off x="4049200" y="5780750"/>
            <a:ext cx="101832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</a:rPr>
              <a:t>Utilizam</a:t>
            </a:r>
            <a:r>
              <a:rPr lang="en-US" sz="3500">
                <a:solidFill>
                  <a:srgbClr val="FFFFFF"/>
                </a:solidFill>
              </a:rPr>
              <a:t> Steam Web API pentru a creea </a:t>
            </a:r>
            <a:r>
              <a:rPr lang="en-US" sz="3500">
                <a:solidFill>
                  <a:srgbClr val="FFFFFF"/>
                </a:solidFill>
              </a:rPr>
              <a:t>si</a:t>
            </a:r>
            <a:r>
              <a:rPr lang="en-US" sz="3500">
                <a:solidFill>
                  <a:srgbClr val="FFFFFF"/>
                </a:solidFill>
              </a:rPr>
              <a:t> analiza datasets de jocuri si recenzii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135" name="Google Shape;135;p14"/>
          <p:cNvSpPr/>
          <p:nvPr/>
        </p:nvSpPr>
        <p:spPr>
          <a:xfrm rot="-4487333">
            <a:off x="6127639" y="2044305"/>
            <a:ext cx="1252412" cy="1347997"/>
          </a:xfrm>
          <a:custGeom>
            <a:rect b="b" l="l" r="r" t="t"/>
            <a:pathLst>
              <a:path extrusionOk="0" h="1347997" w="1252412">
                <a:moveTo>
                  <a:pt x="0" y="0"/>
                </a:moveTo>
                <a:lnTo>
                  <a:pt x="1252412" y="0"/>
                </a:lnTo>
                <a:lnTo>
                  <a:pt x="1252412" y="1347997"/>
                </a:lnTo>
                <a:lnTo>
                  <a:pt x="0" y="134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6" name="Google Shape;136;p14"/>
          <p:cNvGrpSpPr/>
          <p:nvPr/>
        </p:nvGrpSpPr>
        <p:grpSpPr>
          <a:xfrm>
            <a:off x="11052812" y="7399136"/>
            <a:ext cx="388978" cy="388978"/>
            <a:chOff x="0" y="0"/>
            <a:chExt cx="812800" cy="812800"/>
          </a:xfrm>
        </p:grpSpPr>
        <p:sp>
          <p:nvSpPr>
            <p:cNvPr id="137" name="Google Shape;137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11052812" y="1028700"/>
            <a:ext cx="388978" cy="388978"/>
            <a:chOff x="0" y="0"/>
            <a:chExt cx="812800" cy="812800"/>
          </a:xfrm>
        </p:grpSpPr>
        <p:sp>
          <p:nvSpPr>
            <p:cNvPr id="140" name="Google Shape;14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14999110" y="4458569"/>
            <a:ext cx="179141" cy="179141"/>
            <a:chOff x="0" y="0"/>
            <a:chExt cx="812800" cy="812800"/>
          </a:xfrm>
        </p:grpSpPr>
        <p:sp>
          <p:nvSpPr>
            <p:cNvPr id="143" name="Google Shape;14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5939158" y="8568791"/>
            <a:ext cx="289306" cy="289306"/>
            <a:chOff x="0" y="0"/>
            <a:chExt cx="812800" cy="812800"/>
          </a:xfrm>
        </p:grpSpPr>
        <p:sp>
          <p:nvSpPr>
            <p:cNvPr id="146" name="Google Shape;14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4"/>
          <p:cNvGrpSpPr/>
          <p:nvPr/>
        </p:nvGrpSpPr>
        <p:grpSpPr>
          <a:xfrm>
            <a:off x="580414" y="3304923"/>
            <a:ext cx="388978" cy="388978"/>
            <a:chOff x="0" y="0"/>
            <a:chExt cx="812800" cy="812800"/>
          </a:xfrm>
        </p:grpSpPr>
        <p:sp>
          <p:nvSpPr>
            <p:cNvPr id="149" name="Google Shape;14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1191" r="1191" t="0"/>
          <a:stretch/>
        </p:blipFill>
        <p:spPr>
          <a:xfrm>
            <a:off x="12352322" y="0"/>
            <a:ext cx="6694903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 txBox="1"/>
          <p:nvPr/>
        </p:nvSpPr>
        <p:spPr>
          <a:xfrm>
            <a:off x="377700" y="50325"/>
            <a:ext cx="7551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TF-IDF</a:t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 rot="-4378265">
            <a:off x="15299026" y="7476889"/>
            <a:ext cx="4220341" cy="4544108"/>
          </a:xfrm>
          <a:custGeom>
            <a:rect b="b" l="l" r="r" t="t"/>
            <a:pathLst>
              <a:path extrusionOk="0" h="4549614" w="4225454">
                <a:moveTo>
                  <a:pt x="0" y="0"/>
                </a:moveTo>
                <a:lnTo>
                  <a:pt x="4225455" y="0"/>
                </a:lnTo>
                <a:lnTo>
                  <a:pt x="4225455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5"/>
          <p:cNvSpPr/>
          <p:nvPr/>
        </p:nvSpPr>
        <p:spPr>
          <a:xfrm rot="8160731">
            <a:off x="9095028" y="-3003128"/>
            <a:ext cx="4990816" cy="5373692"/>
          </a:xfrm>
          <a:custGeom>
            <a:rect b="b" l="l" r="r" t="t"/>
            <a:pathLst>
              <a:path extrusionOk="0" h="5369867" w="4987264">
                <a:moveTo>
                  <a:pt x="0" y="0"/>
                </a:moveTo>
                <a:lnTo>
                  <a:pt x="4987264" y="0"/>
                </a:lnTo>
                <a:lnTo>
                  <a:pt x="4987264" y="5369867"/>
                </a:lnTo>
                <a:lnTo>
                  <a:pt x="0" y="5369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9" name="Google Shape;159;p15"/>
          <p:cNvGrpSpPr/>
          <p:nvPr/>
        </p:nvGrpSpPr>
        <p:grpSpPr>
          <a:xfrm>
            <a:off x="16758127" y="9063811"/>
            <a:ext cx="389006" cy="389006"/>
            <a:chOff x="0" y="0"/>
            <a:chExt cx="812800" cy="812800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5"/>
          <p:cNvGrpSpPr/>
          <p:nvPr/>
        </p:nvGrpSpPr>
        <p:grpSpPr>
          <a:xfrm>
            <a:off x="11475436" y="8674798"/>
            <a:ext cx="389006" cy="389006"/>
            <a:chOff x="0" y="0"/>
            <a:chExt cx="812800" cy="812800"/>
          </a:xfrm>
        </p:grpSpPr>
        <p:sp>
          <p:nvSpPr>
            <p:cNvPr id="163" name="Google Shape;163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5" name="Google Shape;16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700" y="1664263"/>
            <a:ext cx="11792720" cy="649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377700" y="1138525"/>
            <a:ext cx="110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Ce cuvinte caracterizeaza genurile de jocuri?</a:t>
            </a:r>
            <a:endParaRPr sz="100">
              <a:solidFill>
                <a:srgbClr val="FFF2CC"/>
              </a:solidFill>
            </a:endParaRPr>
          </a:p>
        </p:txBody>
      </p:sp>
      <p:sp>
        <p:nvSpPr>
          <p:cNvPr id="167" name="Google Shape;167;p15"/>
          <p:cNvSpPr/>
          <p:nvPr/>
        </p:nvSpPr>
        <p:spPr>
          <a:xfrm rot="-1613108">
            <a:off x="-2638477" y="7328655"/>
            <a:ext cx="4990536" cy="5373390"/>
          </a:xfrm>
          <a:custGeom>
            <a:rect b="b" l="l" r="r" t="t"/>
            <a:pathLst>
              <a:path extrusionOk="0" h="5369867" w="4987264">
                <a:moveTo>
                  <a:pt x="0" y="0"/>
                </a:moveTo>
                <a:lnTo>
                  <a:pt x="4987265" y="0"/>
                </a:lnTo>
                <a:lnTo>
                  <a:pt x="4987265" y="5369868"/>
                </a:lnTo>
                <a:lnTo>
                  <a:pt x="0" y="5369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 txBox="1"/>
          <p:nvPr/>
        </p:nvSpPr>
        <p:spPr>
          <a:xfrm>
            <a:off x="1074750" y="8342200"/>
            <a:ext cx="101949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Observam diferite tipare precum: jocurile Action sunt orientate catre arme si experiente multiplayer</a:t>
            </a:r>
            <a:endParaRPr sz="2000">
              <a:solidFill>
                <a:schemeClr val="lt1"/>
              </a:solidFill>
              <a:latin typeface="Slabo 27px"/>
              <a:ea typeface="Slabo 27px"/>
              <a:cs typeface="Slabo 27px"/>
              <a:sym typeface="Slabo 27px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							    </a:t>
            </a:r>
            <a:endParaRPr sz="2000">
              <a:solidFill>
                <a:schemeClr val="lt1"/>
              </a:solidFill>
              <a:latin typeface="Slabo 27px"/>
              <a:ea typeface="Slabo 27px"/>
              <a:cs typeface="Slabo 27px"/>
              <a:sym typeface="Slabo 27p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8111015" y="8740684"/>
            <a:ext cx="990392" cy="984989"/>
          </a:xfrm>
          <a:custGeom>
            <a:rect b="b" l="l" r="r" t="t"/>
            <a:pathLst>
              <a:path extrusionOk="0" h="984989" w="990392">
                <a:moveTo>
                  <a:pt x="0" y="0"/>
                </a:moveTo>
                <a:lnTo>
                  <a:pt x="990391" y="0"/>
                </a:lnTo>
                <a:lnTo>
                  <a:pt x="990391" y="984989"/>
                </a:lnTo>
                <a:lnTo>
                  <a:pt x="0" y="984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6"/>
          <p:cNvSpPr txBox="1"/>
          <p:nvPr/>
        </p:nvSpPr>
        <p:spPr>
          <a:xfrm>
            <a:off x="10280915" y="2"/>
            <a:ext cx="772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N-grams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9355550" y="1231500"/>
            <a:ext cx="866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Cele mai comune probleme in recenziile unui joc</a:t>
            </a:r>
            <a:endParaRPr sz="600"/>
          </a:p>
        </p:txBody>
      </p:sp>
      <p:grpSp>
        <p:nvGrpSpPr>
          <p:cNvPr id="176" name="Google Shape;176;p16"/>
          <p:cNvGrpSpPr/>
          <p:nvPr/>
        </p:nvGrpSpPr>
        <p:grpSpPr>
          <a:xfrm>
            <a:off x="1473336" y="2616900"/>
            <a:ext cx="388978" cy="388978"/>
            <a:chOff x="0" y="0"/>
            <a:chExt cx="812800" cy="812800"/>
          </a:xfrm>
        </p:grpSpPr>
        <p:sp>
          <p:nvSpPr>
            <p:cNvPr id="177" name="Google Shape;177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1D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16" title="newplot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7450" y="1923900"/>
            <a:ext cx="10947575" cy="5829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 rot="-9859809">
            <a:off x="14916974" y="7090047"/>
            <a:ext cx="4254394" cy="4078901"/>
          </a:xfrm>
          <a:custGeom>
            <a:rect b="b" l="l" r="r" t="t"/>
            <a:pathLst>
              <a:path extrusionOk="0" h="4080317" w="4255871">
                <a:moveTo>
                  <a:pt x="0" y="0"/>
                </a:moveTo>
                <a:lnTo>
                  <a:pt x="4255872" y="0"/>
                </a:lnTo>
                <a:lnTo>
                  <a:pt x="4255872" y="4080317"/>
                </a:lnTo>
                <a:lnTo>
                  <a:pt x="0" y="4080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1" name="Google Shape;181;p16"/>
          <p:cNvGrpSpPr/>
          <p:nvPr/>
        </p:nvGrpSpPr>
        <p:grpSpPr>
          <a:xfrm>
            <a:off x="16849676" y="8740686"/>
            <a:ext cx="389006" cy="389006"/>
            <a:chOff x="0" y="0"/>
            <a:chExt cx="812800" cy="812800"/>
          </a:xfrm>
        </p:grpSpPr>
        <p:sp>
          <p:nvSpPr>
            <p:cNvPr id="182" name="Google Shape;18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5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6"/>
          <p:cNvSpPr txBox="1"/>
          <p:nvPr/>
        </p:nvSpPr>
        <p:spPr>
          <a:xfrm>
            <a:off x="7649938" y="7847675"/>
            <a:ext cx="97626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Din grafic se observa ca  nemultumirile jucatorilor sunt majoritar legate de probleme tehnice</a:t>
            </a:r>
            <a:endParaRPr sz="2000">
              <a:solidFill>
                <a:schemeClr val="lt1"/>
              </a:solidFill>
              <a:latin typeface="Slabo 27px"/>
              <a:ea typeface="Slabo 27px"/>
              <a:cs typeface="Slabo 27px"/>
              <a:sym typeface="Slabo 27px"/>
            </a:endParaRPr>
          </a:p>
        </p:txBody>
      </p:sp>
      <p:grpSp>
        <p:nvGrpSpPr>
          <p:cNvPr id="185" name="Google Shape;185;p16"/>
          <p:cNvGrpSpPr/>
          <p:nvPr/>
        </p:nvGrpSpPr>
        <p:grpSpPr>
          <a:xfrm>
            <a:off x="5960352" y="-1322257"/>
            <a:ext cx="4615309" cy="4524335"/>
            <a:chOff x="5960352" y="-1322257"/>
            <a:chExt cx="4615309" cy="4524335"/>
          </a:xfrm>
        </p:grpSpPr>
        <p:sp>
          <p:nvSpPr>
            <p:cNvPr id="186" name="Google Shape;186;p16"/>
            <p:cNvSpPr/>
            <p:nvPr/>
          </p:nvSpPr>
          <p:spPr>
            <a:xfrm rot="1182117">
              <a:off x="6443312" y="-809516"/>
              <a:ext cx="3649389" cy="3498852"/>
            </a:xfrm>
            <a:custGeom>
              <a:rect b="b" l="l" r="r" t="t"/>
              <a:pathLst>
                <a:path extrusionOk="0" h="3494988" w="3645359">
                  <a:moveTo>
                    <a:pt x="0" y="0"/>
                  </a:moveTo>
                  <a:lnTo>
                    <a:pt x="3645360" y="0"/>
                  </a:lnTo>
                  <a:lnTo>
                    <a:pt x="3645360" y="3494988"/>
                  </a:lnTo>
                  <a:lnTo>
                    <a:pt x="0" y="3494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87" name="Google Shape;187;p16"/>
            <p:cNvGrpSpPr/>
            <p:nvPr/>
          </p:nvGrpSpPr>
          <p:grpSpPr>
            <a:xfrm>
              <a:off x="7527221" y="517370"/>
              <a:ext cx="389006" cy="389006"/>
              <a:chOff x="0" y="0"/>
              <a:chExt cx="812800" cy="812800"/>
            </a:xfrm>
          </p:grpSpPr>
          <p:sp>
            <p:nvSpPr>
              <p:cNvPr id="188" name="Google Shape;188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CD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90" name="Google Shape;190;p16"/>
          <p:cNvPicPr preferRelativeResize="0"/>
          <p:nvPr/>
        </p:nvPicPr>
        <p:blipFill rotWithShape="1">
          <a:blip r:embed="rId6">
            <a:alphaModFix/>
          </a:blip>
          <a:srcRect b="10684" l="0" r="8380" t="2304"/>
          <a:stretch/>
        </p:blipFill>
        <p:spPr>
          <a:xfrm>
            <a:off x="-440150" y="0"/>
            <a:ext cx="7221193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6"/>
          <p:cNvGrpSpPr/>
          <p:nvPr/>
        </p:nvGrpSpPr>
        <p:grpSpPr>
          <a:xfrm>
            <a:off x="6668454" y="7942723"/>
            <a:ext cx="389006" cy="389006"/>
            <a:chOff x="0" y="0"/>
            <a:chExt cx="812800" cy="812800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7"/>
          <p:cNvPicPr preferRelativeResize="0"/>
          <p:nvPr/>
        </p:nvPicPr>
        <p:blipFill rotWithShape="1">
          <a:blip r:embed="rId3">
            <a:alphaModFix/>
          </a:blip>
          <a:srcRect b="0" l="33600" r="10236" t="0"/>
          <a:stretch/>
        </p:blipFill>
        <p:spPr>
          <a:xfrm>
            <a:off x="12109072" y="0"/>
            <a:ext cx="8666253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4413375" y="61401"/>
            <a:ext cx="732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PoS Tags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2671550" y="1292900"/>
            <a:ext cx="9063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Ce adjective folosesc creatorii de jocuri pentru a ne capta atenția?</a:t>
            </a:r>
            <a:endParaRPr sz="2600">
              <a:solidFill>
                <a:srgbClr val="FFF2CC"/>
              </a:solidFill>
              <a:latin typeface="Black Ops One"/>
              <a:ea typeface="Black Ops One"/>
              <a:cs typeface="Black Ops One"/>
              <a:sym typeface="Black Ops One"/>
            </a:endParaRPr>
          </a:p>
        </p:txBody>
      </p:sp>
      <p:sp>
        <p:nvSpPr>
          <p:cNvPr id="201" name="Google Shape;201;p17"/>
          <p:cNvSpPr/>
          <p:nvPr/>
        </p:nvSpPr>
        <p:spPr>
          <a:xfrm rot="10629245">
            <a:off x="15180795" y="7317285"/>
            <a:ext cx="3645359" cy="3494988"/>
          </a:xfrm>
          <a:custGeom>
            <a:rect b="b" l="l" r="r" t="t"/>
            <a:pathLst>
              <a:path extrusionOk="0" h="3494988" w="3645359">
                <a:moveTo>
                  <a:pt x="0" y="0"/>
                </a:moveTo>
                <a:lnTo>
                  <a:pt x="3645359" y="0"/>
                </a:lnTo>
                <a:lnTo>
                  <a:pt x="3645359" y="3494988"/>
                </a:lnTo>
                <a:lnTo>
                  <a:pt x="0" y="3494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7"/>
          <p:cNvSpPr/>
          <p:nvPr/>
        </p:nvSpPr>
        <p:spPr>
          <a:xfrm rot="1182117">
            <a:off x="-554960" y="-1186706"/>
            <a:ext cx="3649389" cy="3498852"/>
          </a:xfrm>
          <a:custGeom>
            <a:rect b="b" l="l" r="r" t="t"/>
            <a:pathLst>
              <a:path extrusionOk="0" h="3494988" w="3645359">
                <a:moveTo>
                  <a:pt x="0" y="0"/>
                </a:moveTo>
                <a:lnTo>
                  <a:pt x="3645359" y="0"/>
                </a:lnTo>
                <a:lnTo>
                  <a:pt x="3645359" y="3494989"/>
                </a:lnTo>
                <a:lnTo>
                  <a:pt x="0" y="3494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7"/>
          <p:cNvGrpSpPr/>
          <p:nvPr/>
        </p:nvGrpSpPr>
        <p:grpSpPr>
          <a:xfrm>
            <a:off x="1075667" y="1473698"/>
            <a:ext cx="389006" cy="389006"/>
            <a:chOff x="0" y="0"/>
            <a:chExt cx="812800" cy="812800"/>
          </a:xfrm>
        </p:grpSpPr>
        <p:sp>
          <p:nvSpPr>
            <p:cNvPr id="204" name="Google Shape;20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11906633" y="195891"/>
            <a:ext cx="289276" cy="289276"/>
            <a:chOff x="0" y="0"/>
            <a:chExt cx="812800" cy="812800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2753136" y="9504948"/>
            <a:ext cx="389006" cy="389006"/>
            <a:chOff x="0" y="0"/>
            <a:chExt cx="812800" cy="812800"/>
          </a:xfrm>
        </p:grpSpPr>
        <p:sp>
          <p:nvSpPr>
            <p:cNvPr id="210" name="Google Shape;210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7"/>
          <p:cNvSpPr txBox="1"/>
          <p:nvPr/>
        </p:nvSpPr>
        <p:spPr>
          <a:xfrm>
            <a:off x="1341950" y="8681325"/>
            <a:ext cx="9408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Indiferent de gen se observa cum toti creatorii vor ca jocul lor sa para “diferit”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716" y="2214700"/>
            <a:ext cx="11679907" cy="6397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/>
          <p:nvPr/>
        </p:nvSpPr>
        <p:spPr>
          <a:xfrm rot="-4934090">
            <a:off x="9310342" y="8502106"/>
            <a:ext cx="950418" cy="1022955"/>
          </a:xfrm>
          <a:custGeom>
            <a:rect b="b" l="l" r="r" t="t"/>
            <a:pathLst>
              <a:path extrusionOk="0" h="1023813" w="951215">
                <a:moveTo>
                  <a:pt x="0" y="0"/>
                </a:moveTo>
                <a:lnTo>
                  <a:pt x="951215" y="0"/>
                </a:lnTo>
                <a:lnTo>
                  <a:pt x="951215" y="1023813"/>
                </a:lnTo>
                <a:lnTo>
                  <a:pt x="0" y="1023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7"/>
          <p:cNvSpPr/>
          <p:nvPr/>
        </p:nvSpPr>
        <p:spPr>
          <a:xfrm rot="-621362">
            <a:off x="11392923" y="7685701"/>
            <a:ext cx="952463" cy="1025156"/>
          </a:xfrm>
          <a:custGeom>
            <a:rect b="b" l="l" r="r" t="t"/>
            <a:pathLst>
              <a:path extrusionOk="0" h="1023813" w="951215">
                <a:moveTo>
                  <a:pt x="0" y="0"/>
                </a:moveTo>
                <a:lnTo>
                  <a:pt x="951215" y="0"/>
                </a:lnTo>
                <a:lnTo>
                  <a:pt x="951215" y="1023813"/>
                </a:lnTo>
                <a:lnTo>
                  <a:pt x="0" y="1023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7"/>
          <p:cNvSpPr/>
          <p:nvPr/>
        </p:nvSpPr>
        <p:spPr>
          <a:xfrm rot="-971633">
            <a:off x="10167975" y="8610028"/>
            <a:ext cx="1626417" cy="1406215"/>
          </a:xfrm>
          <a:custGeom>
            <a:rect b="b" l="l" r="r" t="t"/>
            <a:pathLst>
              <a:path extrusionOk="0" h="1557607" w="1711656">
                <a:moveTo>
                  <a:pt x="0" y="0"/>
                </a:moveTo>
                <a:lnTo>
                  <a:pt x="1711656" y="0"/>
                </a:lnTo>
                <a:lnTo>
                  <a:pt x="1711656" y="1557607"/>
                </a:lnTo>
                <a:lnTo>
                  <a:pt x="0" y="1557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/>
        </p:nvSpPr>
        <p:spPr>
          <a:xfrm>
            <a:off x="3682749" y="70275"/>
            <a:ext cx="1329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Data Visualization</a:t>
            </a:r>
            <a:endParaRPr sz="100"/>
          </a:p>
        </p:txBody>
      </p:sp>
      <p:sp>
        <p:nvSpPr>
          <p:cNvPr id="222" name="Google Shape;222;p18"/>
          <p:cNvSpPr txBox="1"/>
          <p:nvPr/>
        </p:nvSpPr>
        <p:spPr>
          <a:xfrm>
            <a:off x="3682750" y="1259625"/>
            <a:ext cx="96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Ar putea afecta pretul unui joc calitatea lui?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 rot="10045472">
            <a:off x="12199192" y="2649059"/>
            <a:ext cx="10866618" cy="10418371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3"/>
                </a:lnTo>
                <a:lnTo>
                  <a:pt x="0" y="10429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8"/>
          <p:cNvSpPr/>
          <p:nvPr/>
        </p:nvSpPr>
        <p:spPr>
          <a:xfrm rot="5279728">
            <a:off x="16278766" y="470515"/>
            <a:ext cx="1647489" cy="1978427"/>
          </a:xfrm>
          <a:custGeom>
            <a:rect b="b" l="l" r="r" t="t"/>
            <a:pathLst>
              <a:path extrusionOk="0" h="1977216" w="1646481">
                <a:moveTo>
                  <a:pt x="0" y="0"/>
                </a:moveTo>
                <a:lnTo>
                  <a:pt x="1646481" y="0"/>
                </a:lnTo>
                <a:lnTo>
                  <a:pt x="1646481" y="1977216"/>
                </a:lnTo>
                <a:lnTo>
                  <a:pt x="0" y="1977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8"/>
          <p:cNvSpPr/>
          <p:nvPr/>
        </p:nvSpPr>
        <p:spPr>
          <a:xfrm rot="-4655723">
            <a:off x="16276887" y="1341459"/>
            <a:ext cx="2352109" cy="2824586"/>
          </a:xfrm>
          <a:custGeom>
            <a:rect b="b" l="l" r="r" t="t"/>
            <a:pathLst>
              <a:path extrusionOk="0" h="2822144" w="2350076">
                <a:moveTo>
                  <a:pt x="0" y="0"/>
                </a:moveTo>
                <a:lnTo>
                  <a:pt x="2350076" y="0"/>
                </a:lnTo>
                <a:lnTo>
                  <a:pt x="2350076" y="2822144"/>
                </a:lnTo>
                <a:lnTo>
                  <a:pt x="0" y="2822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6" name="Google Shape;226;p18"/>
          <p:cNvGrpSpPr/>
          <p:nvPr/>
        </p:nvGrpSpPr>
        <p:grpSpPr>
          <a:xfrm>
            <a:off x="11458798" y="9493812"/>
            <a:ext cx="389006" cy="389006"/>
            <a:chOff x="0" y="0"/>
            <a:chExt cx="812800" cy="812800"/>
          </a:xfrm>
        </p:grpSpPr>
        <p:sp>
          <p:nvSpPr>
            <p:cNvPr id="227" name="Google Shape;227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16326565" y="5320305"/>
            <a:ext cx="389006" cy="389006"/>
            <a:chOff x="0" y="0"/>
            <a:chExt cx="812800" cy="812800"/>
          </a:xfrm>
        </p:grpSpPr>
        <p:sp>
          <p:nvSpPr>
            <p:cNvPr id="230" name="Google Shape;23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8"/>
          <p:cNvGrpSpPr/>
          <p:nvPr/>
        </p:nvGrpSpPr>
        <p:grpSpPr>
          <a:xfrm>
            <a:off x="17624780" y="1591062"/>
            <a:ext cx="179141" cy="179141"/>
            <a:chOff x="0" y="0"/>
            <a:chExt cx="812800" cy="81280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1932611" y="4868198"/>
            <a:ext cx="275295" cy="275295"/>
            <a:chOff x="0" y="0"/>
            <a:chExt cx="812800" cy="812800"/>
          </a:xfrm>
        </p:grpSpPr>
        <p:sp>
          <p:nvSpPr>
            <p:cNvPr id="236" name="Google Shape;23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8" name="Google Shape;23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5750" y="1770200"/>
            <a:ext cx="12321623" cy="693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/>
          <p:nvPr/>
        </p:nvSpPr>
        <p:spPr>
          <a:xfrm rot="9761834">
            <a:off x="-3745941" y="7847495"/>
            <a:ext cx="7247575" cy="2862792"/>
          </a:xfrm>
          <a:custGeom>
            <a:rect b="b" l="l" r="r" t="t"/>
            <a:pathLst>
              <a:path extrusionOk="0" h="2862032" w="7245651">
                <a:moveTo>
                  <a:pt x="0" y="0"/>
                </a:moveTo>
                <a:lnTo>
                  <a:pt x="7245651" y="0"/>
                </a:lnTo>
                <a:lnTo>
                  <a:pt x="7245651" y="2862032"/>
                </a:lnTo>
                <a:lnTo>
                  <a:pt x="0" y="2862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8"/>
          <p:cNvSpPr/>
          <p:nvPr/>
        </p:nvSpPr>
        <p:spPr>
          <a:xfrm rot="4837893">
            <a:off x="14946966" y="1426279"/>
            <a:ext cx="1239038" cy="1156397"/>
          </a:xfrm>
          <a:custGeom>
            <a:rect b="b" l="l" r="r" t="t"/>
            <a:pathLst>
              <a:path extrusionOk="0" h="1977216" w="1646481">
                <a:moveTo>
                  <a:pt x="0" y="0"/>
                </a:moveTo>
                <a:lnTo>
                  <a:pt x="1646482" y="0"/>
                </a:lnTo>
                <a:lnTo>
                  <a:pt x="1646482" y="1977215"/>
                </a:lnTo>
                <a:lnTo>
                  <a:pt x="0" y="1977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8"/>
          <p:cNvSpPr/>
          <p:nvPr/>
        </p:nvSpPr>
        <p:spPr>
          <a:xfrm rot="-1247444">
            <a:off x="14653529" y="7937329"/>
            <a:ext cx="3582754" cy="1415188"/>
          </a:xfrm>
          <a:custGeom>
            <a:rect b="b" l="l" r="r" t="t"/>
            <a:pathLst>
              <a:path extrusionOk="0" h="1415011" w="3582306">
                <a:moveTo>
                  <a:pt x="0" y="0"/>
                </a:moveTo>
                <a:lnTo>
                  <a:pt x="3582307" y="0"/>
                </a:lnTo>
                <a:lnTo>
                  <a:pt x="3582307" y="1415011"/>
                </a:lnTo>
                <a:lnTo>
                  <a:pt x="0" y="1415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8"/>
          <p:cNvSpPr/>
          <p:nvPr/>
        </p:nvSpPr>
        <p:spPr>
          <a:xfrm>
            <a:off x="-4330232" y="-3826453"/>
            <a:ext cx="10877876" cy="10429164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3" name="Google Shape;243;p18"/>
          <p:cNvGrpSpPr/>
          <p:nvPr/>
        </p:nvGrpSpPr>
        <p:grpSpPr>
          <a:xfrm>
            <a:off x="779208" y="1381193"/>
            <a:ext cx="389006" cy="389006"/>
            <a:chOff x="0" y="0"/>
            <a:chExt cx="812800" cy="812800"/>
          </a:xfrm>
        </p:grpSpPr>
        <p:sp>
          <p:nvSpPr>
            <p:cNvPr id="244" name="Google Shape;244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8"/>
          <p:cNvSpPr txBox="1"/>
          <p:nvPr/>
        </p:nvSpPr>
        <p:spPr>
          <a:xfrm>
            <a:off x="3856250" y="8810825"/>
            <a:ext cx="104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Datele ne arata ca jocurile foarte ieftine (sub 10$)  vin cu riscul de a fi mediocre</a:t>
            </a:r>
            <a:endParaRPr sz="2000">
              <a:solidFill>
                <a:schemeClr val="lt1"/>
              </a:solidFill>
              <a:latin typeface="Slabo 27px"/>
              <a:ea typeface="Slabo 27px"/>
              <a:cs typeface="Slabo 27px"/>
              <a:sym typeface="Slabo 27px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/>
          <p:nvPr/>
        </p:nvSpPr>
        <p:spPr>
          <a:xfrm rot="163170">
            <a:off x="-2077772" y="-2526573"/>
            <a:ext cx="6773084" cy="6493694"/>
          </a:xfrm>
          <a:custGeom>
            <a:rect b="b" l="l" r="r" t="t"/>
            <a:pathLst>
              <a:path extrusionOk="0" h="6486381" w="6765456">
                <a:moveTo>
                  <a:pt x="0" y="0"/>
                </a:moveTo>
                <a:lnTo>
                  <a:pt x="6765457" y="0"/>
                </a:lnTo>
                <a:lnTo>
                  <a:pt x="6765457" y="6486381"/>
                </a:lnTo>
                <a:lnTo>
                  <a:pt x="0" y="6486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2" name="Google Shape;252;p19"/>
          <p:cNvGrpSpPr/>
          <p:nvPr/>
        </p:nvGrpSpPr>
        <p:grpSpPr>
          <a:xfrm>
            <a:off x="14169829" y="1254602"/>
            <a:ext cx="389006" cy="389006"/>
            <a:chOff x="0" y="0"/>
            <a:chExt cx="812800" cy="8128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9"/>
          <p:cNvSpPr/>
          <p:nvPr/>
        </p:nvSpPr>
        <p:spPr>
          <a:xfrm rot="-1689905">
            <a:off x="15924544" y="2438576"/>
            <a:ext cx="2490529" cy="1547241"/>
          </a:xfrm>
          <a:custGeom>
            <a:rect b="b" l="l" r="r" t="t"/>
            <a:pathLst>
              <a:path extrusionOk="0" h="1545648" w="2487965">
                <a:moveTo>
                  <a:pt x="0" y="0"/>
                </a:moveTo>
                <a:lnTo>
                  <a:pt x="2487965" y="0"/>
                </a:lnTo>
                <a:lnTo>
                  <a:pt x="2487965" y="1545648"/>
                </a:lnTo>
                <a:lnTo>
                  <a:pt x="0" y="1545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6" name="Google Shape;256;p19"/>
          <p:cNvGrpSpPr/>
          <p:nvPr/>
        </p:nvGrpSpPr>
        <p:grpSpPr>
          <a:xfrm>
            <a:off x="377564" y="926322"/>
            <a:ext cx="389006" cy="389006"/>
            <a:chOff x="0" y="0"/>
            <a:chExt cx="812800" cy="812800"/>
          </a:xfrm>
        </p:grpSpPr>
        <p:sp>
          <p:nvSpPr>
            <p:cNvPr id="257" name="Google Shape;25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D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9"/>
          <p:cNvGrpSpPr/>
          <p:nvPr/>
        </p:nvGrpSpPr>
        <p:grpSpPr>
          <a:xfrm>
            <a:off x="377577" y="6611274"/>
            <a:ext cx="897412" cy="897412"/>
            <a:chOff x="0" y="0"/>
            <a:chExt cx="812800" cy="812800"/>
          </a:xfrm>
        </p:grpSpPr>
        <p:sp>
          <p:nvSpPr>
            <p:cNvPr id="260" name="Google Shape;260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9"/>
          <p:cNvGrpSpPr/>
          <p:nvPr/>
        </p:nvGrpSpPr>
        <p:grpSpPr>
          <a:xfrm>
            <a:off x="12437666" y="6"/>
            <a:ext cx="389006" cy="389006"/>
            <a:chOff x="0" y="0"/>
            <a:chExt cx="812800" cy="812800"/>
          </a:xfrm>
        </p:grpSpPr>
        <p:sp>
          <p:nvSpPr>
            <p:cNvPr id="263" name="Google Shape;26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9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9"/>
          <p:cNvGrpSpPr/>
          <p:nvPr/>
        </p:nvGrpSpPr>
        <p:grpSpPr>
          <a:xfrm>
            <a:off x="2159689" y="9403922"/>
            <a:ext cx="389006" cy="389006"/>
            <a:chOff x="0" y="0"/>
            <a:chExt cx="812800" cy="812800"/>
          </a:xfrm>
        </p:grpSpPr>
        <p:sp>
          <p:nvSpPr>
            <p:cNvPr id="266" name="Google Shape;266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D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9"/>
          <p:cNvSpPr txBox="1"/>
          <p:nvPr/>
        </p:nvSpPr>
        <p:spPr>
          <a:xfrm>
            <a:off x="2825075" y="0"/>
            <a:ext cx="10911300" cy="16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Data Visualization</a:t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2886475" y="1220050"/>
            <a:ext cx="10246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Cine ofera mai mult suport multiplatform?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5075" y="1874525"/>
            <a:ext cx="11608101" cy="670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/>
          <p:nvPr/>
        </p:nvSpPr>
        <p:spPr>
          <a:xfrm rot="10800000">
            <a:off x="10751174" y="2868786"/>
            <a:ext cx="10877876" cy="10429164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9"/>
          <p:cNvSpPr/>
          <p:nvPr/>
        </p:nvSpPr>
        <p:spPr>
          <a:xfrm rot="-1759126">
            <a:off x="14908282" y="6400002"/>
            <a:ext cx="5452152" cy="3366704"/>
          </a:xfrm>
          <a:custGeom>
            <a:rect b="b" l="l" r="r" t="t"/>
            <a:pathLst>
              <a:path extrusionOk="0" h="3364423" w="5448459">
                <a:moveTo>
                  <a:pt x="0" y="0"/>
                </a:moveTo>
                <a:lnTo>
                  <a:pt x="5448458" y="0"/>
                </a:lnTo>
                <a:lnTo>
                  <a:pt x="5448458" y="3364423"/>
                </a:lnTo>
                <a:lnTo>
                  <a:pt x="0" y="3364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3" name="Google Shape;273;p19"/>
          <p:cNvGrpSpPr/>
          <p:nvPr/>
        </p:nvGrpSpPr>
        <p:grpSpPr>
          <a:xfrm>
            <a:off x="14257314" y="9523179"/>
            <a:ext cx="389006" cy="389006"/>
            <a:chOff x="0" y="0"/>
            <a:chExt cx="812800" cy="812800"/>
          </a:xfrm>
        </p:grpSpPr>
        <p:sp>
          <p:nvSpPr>
            <p:cNvPr id="274" name="Google Shape;274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9"/>
          <p:cNvSpPr txBox="1"/>
          <p:nvPr/>
        </p:nvSpPr>
        <p:spPr>
          <a:xfrm>
            <a:off x="4069125" y="8700450"/>
            <a:ext cx="912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Contrar asteptarilor, dezvoltatorii Indie sunt cei care ofera mai mult suport multiplatform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/>
          <p:nvPr/>
        </p:nvSpPr>
        <p:spPr>
          <a:xfrm rot="573640">
            <a:off x="-5154151" y="-4185882"/>
            <a:ext cx="10877876" cy="10429164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20"/>
          <p:cNvSpPr/>
          <p:nvPr/>
        </p:nvSpPr>
        <p:spPr>
          <a:xfrm rot="10451325">
            <a:off x="8605381" y="-224400"/>
            <a:ext cx="12952275" cy="12417994"/>
          </a:xfrm>
          <a:custGeom>
            <a:rect b="b" l="l" r="r" t="t"/>
            <a:pathLst>
              <a:path extrusionOk="0" h="12417994" w="12952275">
                <a:moveTo>
                  <a:pt x="0" y="0"/>
                </a:moveTo>
                <a:lnTo>
                  <a:pt x="12952275" y="0"/>
                </a:lnTo>
                <a:lnTo>
                  <a:pt x="12952275" y="12417994"/>
                </a:lnTo>
                <a:lnTo>
                  <a:pt x="0" y="12417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20"/>
          <p:cNvSpPr txBox="1"/>
          <p:nvPr/>
        </p:nvSpPr>
        <p:spPr>
          <a:xfrm>
            <a:off x="3060148" y="327275"/>
            <a:ext cx="12167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Sentiment Analysis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3060128" y="1543503"/>
            <a:ext cx="113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Cata negativi</a:t>
            </a: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tate sau pozitivitate ofera recenziile jocurilor?</a:t>
            </a:r>
            <a:endParaRPr/>
          </a:p>
        </p:txBody>
      </p:sp>
      <p:grpSp>
        <p:nvGrpSpPr>
          <p:cNvPr id="285" name="Google Shape;285;p20"/>
          <p:cNvGrpSpPr/>
          <p:nvPr/>
        </p:nvGrpSpPr>
        <p:grpSpPr>
          <a:xfrm>
            <a:off x="17485489" y="5143500"/>
            <a:ext cx="388978" cy="388978"/>
            <a:chOff x="0" y="0"/>
            <a:chExt cx="812800" cy="812800"/>
          </a:xfrm>
        </p:grpSpPr>
        <p:sp>
          <p:nvSpPr>
            <p:cNvPr id="286" name="Google Shape;28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20"/>
          <p:cNvGrpSpPr/>
          <p:nvPr/>
        </p:nvGrpSpPr>
        <p:grpSpPr>
          <a:xfrm>
            <a:off x="834211" y="639722"/>
            <a:ext cx="388978" cy="388978"/>
            <a:chOff x="0" y="0"/>
            <a:chExt cx="812800" cy="812800"/>
          </a:xfrm>
        </p:grpSpPr>
        <p:sp>
          <p:nvSpPr>
            <p:cNvPr id="289" name="Google Shape;289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6370980" y="9555150"/>
            <a:ext cx="389006" cy="389006"/>
            <a:chOff x="0" y="0"/>
            <a:chExt cx="812800" cy="812800"/>
          </a:xfrm>
        </p:grpSpPr>
        <p:sp>
          <p:nvSpPr>
            <p:cNvPr id="292" name="Google Shape;292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CA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>
            <a:off x="17874467" y="748556"/>
            <a:ext cx="388978" cy="388978"/>
            <a:chOff x="0" y="0"/>
            <a:chExt cx="812800" cy="812800"/>
          </a:xfrm>
        </p:grpSpPr>
        <p:sp>
          <p:nvSpPr>
            <p:cNvPr id="295" name="Google Shape;295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7" name="Google Shape;2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059488"/>
            <a:ext cx="6032500" cy="39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7750" y="3082500"/>
            <a:ext cx="6032500" cy="38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55500" y="3059500"/>
            <a:ext cx="6007999" cy="38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/>
        </p:nvSpPr>
        <p:spPr>
          <a:xfrm>
            <a:off x="422300" y="6983950"/>
            <a:ext cx="5187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Sentiment Analysis pentru recenzile unui joc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6451950" y="6983950"/>
            <a:ext cx="5384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Diferenta de pozitivitate dintre comunitati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12941100" y="6983950"/>
            <a:ext cx="463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labo 27px"/>
                <a:ea typeface="Slabo 27px"/>
                <a:cs typeface="Slabo 27px"/>
                <a:sym typeface="Slabo 27px"/>
              </a:rPr>
              <a:t>Cuvintele din recenzii cu scor Afinn negativ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-3458611" y="-4962013"/>
            <a:ext cx="10877876" cy="10429164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21"/>
          <p:cNvSpPr txBox="1"/>
          <p:nvPr/>
        </p:nvSpPr>
        <p:spPr>
          <a:xfrm>
            <a:off x="4324348" y="138325"/>
            <a:ext cx="1178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Supervised Learning</a:t>
            </a:r>
            <a:endParaRPr sz="8000"/>
          </a:p>
        </p:txBody>
      </p:sp>
      <p:sp>
        <p:nvSpPr>
          <p:cNvPr id="309" name="Google Shape;309;p21"/>
          <p:cNvSpPr txBox="1"/>
          <p:nvPr/>
        </p:nvSpPr>
        <p:spPr>
          <a:xfrm>
            <a:off x="4324350" y="1428300"/>
            <a:ext cx="92484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2CC"/>
                </a:solidFill>
                <a:latin typeface="Black Ops One"/>
                <a:ea typeface="Black Ops One"/>
                <a:cs typeface="Black Ops One"/>
                <a:sym typeface="Black Ops One"/>
              </a:rPr>
              <a:t>Preziceri daca un jucator a rambursat jocul pe baza recenziei lasate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11224644" y="8732724"/>
            <a:ext cx="1375401" cy="1375401"/>
          </a:xfrm>
          <a:custGeom>
            <a:rect b="b" l="l" r="r" t="t"/>
            <a:pathLst>
              <a:path extrusionOk="0" h="1375401" w="1375401">
                <a:moveTo>
                  <a:pt x="0" y="0"/>
                </a:moveTo>
                <a:lnTo>
                  <a:pt x="1375401" y="0"/>
                </a:lnTo>
                <a:lnTo>
                  <a:pt x="1375401" y="1375401"/>
                </a:lnTo>
                <a:lnTo>
                  <a:pt x="0" y="1375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21"/>
          <p:cNvSpPr/>
          <p:nvPr/>
        </p:nvSpPr>
        <p:spPr>
          <a:xfrm rot="2700000">
            <a:off x="15859051" y="313069"/>
            <a:ext cx="2689470" cy="2883447"/>
          </a:xfrm>
          <a:custGeom>
            <a:rect b="b" l="l" r="r" t="t"/>
            <a:pathLst>
              <a:path extrusionOk="0" h="2881844" w="2687975">
                <a:moveTo>
                  <a:pt x="0" y="0"/>
                </a:moveTo>
                <a:lnTo>
                  <a:pt x="2687975" y="0"/>
                </a:lnTo>
                <a:lnTo>
                  <a:pt x="2687975" y="2881844"/>
                </a:lnTo>
                <a:lnTo>
                  <a:pt x="0" y="2881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2" name="Google Shape;3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7311" y="2494561"/>
            <a:ext cx="12282501" cy="511342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/>
          <p:nvPr/>
        </p:nvSpPr>
        <p:spPr>
          <a:xfrm rot="-10317056">
            <a:off x="10170725" y="3741524"/>
            <a:ext cx="10876244" cy="10427600"/>
          </a:xfrm>
          <a:custGeom>
            <a:rect b="b" l="l" r="r" t="t"/>
            <a:pathLst>
              <a:path extrusionOk="0" h="10429164" w="10877876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21"/>
          <p:cNvSpPr/>
          <p:nvPr/>
        </p:nvSpPr>
        <p:spPr>
          <a:xfrm>
            <a:off x="245666" y="6540501"/>
            <a:ext cx="3103224" cy="3103224"/>
          </a:xfrm>
          <a:custGeom>
            <a:rect b="b" l="l" r="r" t="t"/>
            <a:pathLst>
              <a:path extrusionOk="0" h="3103224" w="3103224">
                <a:moveTo>
                  <a:pt x="0" y="0"/>
                </a:moveTo>
                <a:lnTo>
                  <a:pt x="3103223" y="0"/>
                </a:lnTo>
                <a:lnTo>
                  <a:pt x="3103223" y="3103224"/>
                </a:lnTo>
                <a:lnTo>
                  <a:pt x="0" y="3103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1"/>
          <p:cNvSpPr/>
          <p:nvPr/>
        </p:nvSpPr>
        <p:spPr>
          <a:xfrm rot="-1470904">
            <a:off x="15057130" y="7970547"/>
            <a:ext cx="4293329" cy="1969565"/>
          </a:xfrm>
          <a:custGeom>
            <a:rect b="b" l="l" r="r" t="t"/>
            <a:pathLst>
              <a:path extrusionOk="0" h="1969245" w="4292632">
                <a:moveTo>
                  <a:pt x="0" y="0"/>
                </a:moveTo>
                <a:lnTo>
                  <a:pt x="4292633" y="0"/>
                </a:lnTo>
                <a:lnTo>
                  <a:pt x="4292633" y="1969245"/>
                </a:lnTo>
                <a:lnTo>
                  <a:pt x="0" y="1969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1B5B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/>
          <p:nvPr/>
        </p:nvSpPr>
        <p:spPr>
          <a:xfrm>
            <a:off x="-3910071" y="-2922472"/>
            <a:ext cx="9877542" cy="9470094"/>
          </a:xfrm>
          <a:custGeom>
            <a:rect b="b" l="l" r="r" t="t"/>
            <a:pathLst>
              <a:path extrusionOk="0" h="9470094" w="9877542">
                <a:moveTo>
                  <a:pt x="0" y="0"/>
                </a:moveTo>
                <a:lnTo>
                  <a:pt x="9877542" y="0"/>
                </a:lnTo>
                <a:lnTo>
                  <a:pt x="9877542" y="9470093"/>
                </a:lnTo>
                <a:lnTo>
                  <a:pt x="0" y="9470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22"/>
          <p:cNvSpPr/>
          <p:nvPr/>
        </p:nvSpPr>
        <p:spPr>
          <a:xfrm rot="10800000">
            <a:off x="9528089" y="1431473"/>
            <a:ext cx="9877542" cy="9470094"/>
          </a:xfrm>
          <a:custGeom>
            <a:rect b="b" l="l" r="r" t="t"/>
            <a:pathLst>
              <a:path extrusionOk="0" h="9470094" w="9877542">
                <a:moveTo>
                  <a:pt x="0" y="0"/>
                </a:moveTo>
                <a:lnTo>
                  <a:pt x="9877542" y="0"/>
                </a:lnTo>
                <a:lnTo>
                  <a:pt x="9877542" y="9470094"/>
                </a:lnTo>
                <a:lnTo>
                  <a:pt x="0" y="947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22"/>
          <p:cNvSpPr txBox="1"/>
          <p:nvPr/>
        </p:nvSpPr>
        <p:spPr>
          <a:xfrm>
            <a:off x="-461087" y="4381644"/>
            <a:ext cx="10830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0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Multumim!</a:t>
            </a:r>
            <a:endParaRPr sz="3300"/>
          </a:p>
        </p:txBody>
      </p:sp>
      <p:grpSp>
        <p:nvGrpSpPr>
          <p:cNvPr id="323" name="Google Shape;323;p22"/>
          <p:cNvGrpSpPr/>
          <p:nvPr/>
        </p:nvGrpSpPr>
        <p:grpSpPr>
          <a:xfrm>
            <a:off x="8660146" y="2976042"/>
            <a:ext cx="8019318" cy="4821615"/>
            <a:chOff x="0" y="0"/>
            <a:chExt cx="10692424" cy="6428820"/>
          </a:xfrm>
        </p:grpSpPr>
        <p:sp>
          <p:nvSpPr>
            <p:cNvPr id="324" name="Google Shape;324;p22"/>
            <p:cNvSpPr/>
            <p:nvPr/>
          </p:nvSpPr>
          <p:spPr>
            <a:xfrm>
              <a:off x="0" y="0"/>
              <a:ext cx="10692424" cy="6428820"/>
            </a:xfrm>
            <a:custGeom>
              <a:rect b="b" l="l" r="r" t="t"/>
              <a:pathLst>
                <a:path extrusionOk="0" h="6428820" w="10692424">
                  <a:moveTo>
                    <a:pt x="0" y="0"/>
                  </a:moveTo>
                  <a:lnTo>
                    <a:pt x="10692424" y="0"/>
                  </a:lnTo>
                  <a:lnTo>
                    <a:pt x="10692424" y="6428820"/>
                  </a:lnTo>
                  <a:lnTo>
                    <a:pt x="0" y="64288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5" name="Google Shape;325;p22"/>
            <p:cNvSpPr/>
            <p:nvPr/>
          </p:nvSpPr>
          <p:spPr>
            <a:xfrm>
              <a:off x="1228059" y="433630"/>
              <a:ext cx="8461769" cy="5103715"/>
            </a:xfrm>
            <a:custGeom>
              <a:rect b="b" l="l" r="r" t="t"/>
              <a:pathLst>
                <a:path extrusionOk="0" h="5103715" w="8461769">
                  <a:moveTo>
                    <a:pt x="0" y="0"/>
                  </a:moveTo>
                  <a:lnTo>
                    <a:pt x="8461769" y="0"/>
                  </a:lnTo>
                  <a:lnTo>
                    <a:pt x="8461769" y="5103714"/>
                  </a:lnTo>
                  <a:lnTo>
                    <a:pt x="0" y="51037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49594" l="-2262" r="0" t="-104723"/>
              </a:stretch>
            </a:blipFill>
            <a:ln>
              <a:noFill/>
            </a:ln>
          </p:spPr>
        </p:sp>
      </p:grpSp>
      <p:grpSp>
        <p:nvGrpSpPr>
          <p:cNvPr id="326" name="Google Shape;326;p22"/>
          <p:cNvGrpSpPr/>
          <p:nvPr/>
        </p:nvGrpSpPr>
        <p:grpSpPr>
          <a:xfrm>
            <a:off x="1779783" y="1812574"/>
            <a:ext cx="388978" cy="388978"/>
            <a:chOff x="0" y="0"/>
            <a:chExt cx="812800" cy="812800"/>
          </a:xfrm>
        </p:grpSpPr>
        <p:sp>
          <p:nvSpPr>
            <p:cNvPr id="327" name="Google Shape;327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1D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2"/>
          <p:cNvGrpSpPr/>
          <p:nvPr/>
        </p:nvGrpSpPr>
        <p:grpSpPr>
          <a:xfrm>
            <a:off x="14917054" y="1236984"/>
            <a:ext cx="388978" cy="388978"/>
            <a:chOff x="0" y="0"/>
            <a:chExt cx="812800" cy="812800"/>
          </a:xfrm>
        </p:grpSpPr>
        <p:sp>
          <p:nvSpPr>
            <p:cNvPr id="330" name="Google Shape;330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22"/>
          <p:cNvGrpSpPr/>
          <p:nvPr/>
        </p:nvGrpSpPr>
        <p:grpSpPr>
          <a:xfrm>
            <a:off x="14077882" y="9258300"/>
            <a:ext cx="388978" cy="388978"/>
            <a:chOff x="0" y="0"/>
            <a:chExt cx="812800" cy="812800"/>
          </a:xfrm>
        </p:grpSpPr>
        <p:sp>
          <p:nvSpPr>
            <p:cNvPr id="333" name="Google Shape;333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22"/>
          <p:cNvGrpSpPr/>
          <p:nvPr/>
        </p:nvGrpSpPr>
        <p:grpSpPr>
          <a:xfrm>
            <a:off x="2526138" y="8182460"/>
            <a:ext cx="388978" cy="388978"/>
            <a:chOff x="0" y="0"/>
            <a:chExt cx="812800" cy="812800"/>
          </a:xfrm>
        </p:grpSpPr>
        <p:sp>
          <p:nvSpPr>
            <p:cNvPr id="336" name="Google Shape;336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